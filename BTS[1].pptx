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presProps.xml" ContentType="application/vnd.openxmlformats-officedocument.presentationml.presProps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3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B5EC4E-0413-4737-969B-010DD4FE431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3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04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7400" y="6356520"/>
            <a:ext cx="411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08320" y="6356520"/>
            <a:ext cx="274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6D8140-2F47-42BF-84E3-5357B1B9F8F1}" type="slidenum">
              <a:rPr b="0" lang="en-IN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3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040">
              <a:lnSpc>
                <a:spcPct val="90000"/>
              </a:lnSpc>
              <a:buNone/>
            </a:pPr>
            <a:r>
              <a:rPr b="0" lang="en-IN" sz="6000" strike="noStrike" u="none">
                <a:solidFill>
                  <a:schemeClr val="dk1"/>
                </a:solidFill>
                <a:uFillTx/>
                <a:latin typeface="Calibri Light"/>
              </a:rPr>
              <a:t>🚌 </a:t>
            </a:r>
            <a:r>
              <a:rPr b="0" i="1" lang="en-US" sz="6000" strike="noStrike" u="none">
                <a:solidFill>
                  <a:schemeClr val="dk1"/>
                </a:solidFill>
                <a:uFillTx/>
                <a:latin typeface="Calibri Light"/>
              </a:rPr>
              <a:t>Bus Transit System </a:t>
            </a:r>
            <a:r>
              <a:rPr b="0" lang="en-IN" sz="6000" strike="noStrike" u="none">
                <a:solidFill>
                  <a:schemeClr val="dk1"/>
                </a:solidFill>
                <a:uFillTx/>
                <a:latin typeface="Calibri Light"/>
              </a:rPr>
              <a:t> </a:t>
            </a:r>
            <a:endParaRPr b="0" lang="en-US" sz="6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7" name="Picture 2" descr=""/>
          <p:cNvPicPr/>
          <p:nvPr/>
        </p:nvPicPr>
        <p:blipFill>
          <a:blip r:embed="rId1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3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04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accent1"/>
                </a:solidFill>
                <a:uFillTx/>
                <a:latin typeface="Calibri Light"/>
              </a:rPr>
              <a:t>Problem Statement: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9" name="Picture 2" descr=""/>
          <p:cNvPicPr/>
          <p:nvPr/>
        </p:nvPicPr>
        <p:blipFill>
          <a:blip r:embed="rId1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3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040">
              <a:lnSpc>
                <a:spcPct val="90000"/>
              </a:lnSpc>
              <a:buNone/>
            </a:pPr>
            <a:r>
              <a:rPr b="0" lang="en-IN" sz="4400" strike="noStrike" u="none">
                <a:solidFill>
                  <a:schemeClr val="accent1"/>
                </a:solidFill>
                <a:uFillTx/>
                <a:latin typeface="Calibri Light"/>
              </a:rPr>
              <a:t>Objective: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11" name="Picture 2" descr=""/>
          <p:cNvPicPr/>
          <p:nvPr/>
        </p:nvPicPr>
        <p:blipFill>
          <a:blip r:embed="rId1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3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040">
              <a:lnSpc>
                <a:spcPct val="90000"/>
              </a:lnSpc>
              <a:buNone/>
            </a:pPr>
            <a:r>
              <a:rPr b="0" lang="en-IN" sz="4400" strike="noStrike" u="none">
                <a:solidFill>
                  <a:schemeClr val="accent1"/>
                </a:solidFill>
                <a:uFillTx/>
                <a:latin typeface="Calibri Light"/>
              </a:rPr>
              <a:t>Data Structures Used: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13" name="Picture 2" descr=""/>
          <p:cNvPicPr/>
          <p:nvPr/>
        </p:nvPicPr>
        <p:blipFill>
          <a:blip r:embed="rId1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3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040">
              <a:lnSpc>
                <a:spcPct val="90000"/>
              </a:lnSpc>
              <a:buNone/>
            </a:pPr>
            <a:r>
              <a:rPr b="0" lang="en-IN" sz="4400" strike="noStrike" u="none">
                <a:solidFill>
                  <a:schemeClr val="accent1"/>
                </a:solidFill>
                <a:uFillTx/>
                <a:latin typeface="Calibri Light"/>
              </a:rPr>
              <a:t>Simulator Functionalities: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15" name="Picture 2" descr=""/>
          <p:cNvPicPr/>
          <p:nvPr/>
        </p:nvPicPr>
        <p:blipFill>
          <a:blip r:embed="rId1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3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040">
              <a:lnSpc>
                <a:spcPct val="90000"/>
              </a:lnSpc>
              <a:buNone/>
            </a:pPr>
            <a:r>
              <a:rPr b="0" lang="en-IN" sz="4400" strike="noStrike" u="none">
                <a:solidFill>
                  <a:schemeClr val="accent1"/>
                </a:solidFill>
                <a:uFillTx/>
                <a:latin typeface="Calibri Light"/>
              </a:rPr>
              <a:t>Flow of Simulation: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17" name="Picture 2" descr=""/>
          <p:cNvPicPr/>
          <p:nvPr/>
        </p:nvPicPr>
        <p:blipFill>
          <a:blip r:embed="rId1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3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040">
              <a:lnSpc>
                <a:spcPct val="90000"/>
              </a:lnSpc>
              <a:buNone/>
            </a:pPr>
            <a:r>
              <a:rPr b="0" lang="en-IN" sz="4400" strike="noStrike" u="none">
                <a:solidFill>
                  <a:schemeClr val="accent1"/>
                </a:solidFill>
                <a:uFillTx/>
                <a:latin typeface="Calibri Light"/>
              </a:rPr>
              <a:t>Key Concepts: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19" name="Picture 2" descr=""/>
          <p:cNvPicPr/>
          <p:nvPr/>
        </p:nvPicPr>
        <p:blipFill>
          <a:blip r:embed="rId1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3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040">
              <a:lnSpc>
                <a:spcPct val="90000"/>
              </a:lnSpc>
              <a:buNone/>
            </a:pPr>
            <a:br>
              <a:rPr sz="4400"/>
            </a:br>
            <a:r>
              <a:rPr b="0" lang="en-US" sz="4400" strike="noStrike" u="none">
                <a:solidFill>
                  <a:schemeClr val="accent1"/>
                </a:solidFill>
                <a:uFillTx/>
                <a:latin typeface="Calibri Light"/>
              </a:rPr>
              <a:t>Conclusion: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21" name="Picture 2" descr=""/>
          <p:cNvPicPr/>
          <p:nvPr/>
        </p:nvPicPr>
        <p:blipFill>
          <a:blip r:embed="rId1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LibreOffice/24.8.0.3$Windows_X86_64 LibreOffice_project/0bdf1299c94fe897b119f97f3c613e9dca6be583</Application>
  <AppVersion>15.0000</AppVersion>
  <Words>26</Words>
  <Paragraphs>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2025-11-11T17:23:17Z</dcterms:created>
  <dc:creator>Dhanyashree K.M.</dc:creator>
  <dc:description/>
  <dc:language>en-IN</dc:language>
  <cp:lastModifiedBy>Dhanyashree K.M.</cp:lastModifiedBy>
  <dcterms:modified xsi:type="dcterms:W3CDTF">2025-11-11T17:23:17Z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8</vt:i4>
  </property>
</Properties>
</file>